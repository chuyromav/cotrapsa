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62" r:id="rId5"/>
    <p:sldId id="260" r:id="rId6"/>
    <p:sldId id="261" r:id="rId7"/>
    <p:sldId id="258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8" r:id="rId23"/>
    <p:sldId id="279" r:id="rId24"/>
    <p:sldId id="280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0"/>
    <p:restoredTop sz="94590"/>
  </p:normalViewPr>
  <p:slideViewPr>
    <p:cSldViewPr snapToGrid="0" snapToObjects="1">
      <p:cViewPr>
        <p:scale>
          <a:sx n="97" d="100"/>
          <a:sy n="97" d="100"/>
        </p:scale>
        <p:origin x="9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aura/Desktop/COTRAPSA/Analisis%20facturas/2016/Facturas_2016.svg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file:///Users/Laura/Desktop/COTRAPSA/Analisis%20facturas/2016/Facturas_2016_acum.sv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aura/Desktop/COTRAPSA/Analisis%20facturas/2016/Facturas_2016_Pie.svg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aura/Desktop/COTRAPSA/Analisis%20facturas/2016/Facturas_2016_Lineal.svg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file:///Users/Laura/Desktop/COTRAPSA/Analisis%20facturas/2017/Facturas_2017.sv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file:///Users/Laura/Desktop/COTRAPSA/Analisis%20facturas/2017/Facturas_2017_acum.sv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file:///Users/Laura/Desktop/COTRAPSA/Analisis%20facturas/2017/Facturas_2017_Pie.sv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file:///Users/Laura/Desktop/COTRAPSA/Analisis%20facturas/2017/Facturas_2017_Lineal.sv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file:///Users/Laura/Desktop/COTRAPSA/Analisis%20facturas/2018/Facturas_2018.sv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hyperlink" Target="file:///Users/Laura/Desktop/COTRAPSA/Analisis%20facturas/2018/Facturas_2018_acum.sv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file:///Users/Laura/Desktop/COTRAPSA/Analisis%20facturas/2018/Facturas_2018_Pie.sv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file:///Users/Laura/Desktop/COTRAPSA/Analisis%20facturas/2018/Facturas_2018_lineal.sv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hyperlink" Target="file:///Users/Laura/Desktop/COTRAPSA/Analisis%20facturas/2019/Facturas_2019.sv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file:///Users/Laura/Desktop/COTRAPSA/Analisis%20facturas/2019/Facturas_2019_acum.sv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file:///Users/Laura/Desktop/COTRAPSA/Analisis%20facturas/2019/Facturas_2019_pie.sv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file:///Users/Laura/Desktop/COTRAPSA/Analisis%20facturas/2019/Facturas_2019_lineal.svg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file:///Users/Laura/Desktop/COTRAPSA/Python/Facturas_2016-2019_Bar.sv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file:///Users/Laura/Desktop/COTRAPSA/Python/Facturas_2016-2019_acum.sv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file:///Users/Laura/Desktop/COTRAPSA/Python/Facturas_2016-2019_Pie.sv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file:///Users/Laura/Desktop/COTRAPSA/Python/Facturas_2016-2019.sv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32590-EFB8-6446-BF35-F71B12DE5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474" y="1797145"/>
            <a:ext cx="9791113" cy="2268559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Comparación facturas con mano de obra-sin mano de obra</a:t>
            </a:r>
          </a:p>
        </p:txBody>
      </p:sp>
    </p:spTree>
    <p:extLst>
      <p:ext uri="{BB962C8B-B14F-4D97-AF65-F5344CB8AC3E}">
        <p14:creationId xmlns:p14="http://schemas.microsoft.com/office/powerpoint/2010/main" val="300077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8731EA65-8C42-A546-A672-BF4E83EA7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789" y="861148"/>
            <a:ext cx="7412387" cy="5317979"/>
          </a:xfrm>
        </p:spPr>
      </p:pic>
      <p:sp>
        <p:nvSpPr>
          <p:cNvPr id="4" name="Marcador de contenido 6">
            <a:extLst>
              <a:ext uri="{FF2B5EF4-FFF2-40B4-BE49-F238E27FC236}">
                <a16:creationId xmlns:a16="http://schemas.microsoft.com/office/drawing/2014/main" id="{769B0ED1-E387-0A41-9EB2-72E7BF474C4F}"/>
              </a:ext>
            </a:extLst>
          </p:cNvPr>
          <p:cNvSpPr txBox="1">
            <a:spLocks/>
          </p:cNvSpPr>
          <p:nvPr/>
        </p:nvSpPr>
        <p:spPr>
          <a:xfrm>
            <a:off x="116042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3"/>
              </a:rPr>
              <a:t>file:///Users/Laura/Desktop/COTRAPSA/Analisis%20facturas/2016/Facturas_2016.svg</a:t>
            </a:r>
            <a:endParaRPr lang="es-MX" sz="12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EB56A1A-C74E-6747-A30C-670E7BBD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092" y="212311"/>
            <a:ext cx="7958331" cy="53583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410772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BADE6-86C1-3246-BCB2-C854CC8DF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904" y="267729"/>
            <a:ext cx="7958331" cy="53583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2016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7AE21BC-E1F5-6D4A-BA63-14BD96BAA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835" y="6289964"/>
            <a:ext cx="9351819" cy="369592"/>
          </a:xfrm>
        </p:spPr>
        <p:txBody>
          <a:bodyPr>
            <a:normAutofit/>
          </a:bodyPr>
          <a:lstStyle/>
          <a:p>
            <a:r>
              <a:rPr lang="es-MX" sz="1200" dirty="0">
                <a:hlinkClick r:id="rId2"/>
              </a:rPr>
              <a:t>file:///Users/Laura/Desktop/COTRAPSA/Analisis%20facturas/2016/Facturas_2016_acum.svg</a:t>
            </a:r>
            <a:endParaRPr lang="es-MX"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91A5E5-57F3-164E-BD25-4B38F961F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331" y="858984"/>
            <a:ext cx="8460681" cy="533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4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B1EB81F-5273-6841-9A97-C93ACB2BA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576" y="861147"/>
            <a:ext cx="7493046" cy="5290271"/>
          </a:xfrm>
        </p:spPr>
      </p:pic>
      <p:sp>
        <p:nvSpPr>
          <p:cNvPr id="4" name="Marcador de contenido 6">
            <a:extLst>
              <a:ext uri="{FF2B5EF4-FFF2-40B4-BE49-F238E27FC236}">
                <a16:creationId xmlns:a16="http://schemas.microsoft.com/office/drawing/2014/main" id="{3FB05360-577F-B940-B79A-E90BCFB6E0F2}"/>
              </a:ext>
            </a:extLst>
          </p:cNvPr>
          <p:cNvSpPr txBox="1">
            <a:spLocks/>
          </p:cNvSpPr>
          <p:nvPr/>
        </p:nvSpPr>
        <p:spPr>
          <a:xfrm>
            <a:off x="116042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3"/>
              </a:rPr>
              <a:t>file:///Users/Laura/Desktop/COTRAPSA/Analisis%20facturas/2016/Facturas_2016_Pie.svg</a:t>
            </a:r>
            <a:endParaRPr lang="es-MX" sz="12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B5B84D3-F6B9-9F4A-B2CD-4B8746DB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092" y="212311"/>
            <a:ext cx="7958331" cy="53583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37580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D7C2D-DC17-5040-8EB8-92B00F7C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092" y="212311"/>
            <a:ext cx="7958331" cy="53583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2016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5C6E36B-0F93-5741-AC1C-09E3F93EC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9965" y="872615"/>
            <a:ext cx="7300458" cy="5333316"/>
          </a:xfrm>
        </p:spPr>
      </p:pic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9836930E-8C89-2742-A642-AB9C77FDEF32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3"/>
              </a:rPr>
              <a:t>file:///Users/Laura/Desktop/COTRAPSA/Analisis%20facturas/2016/Facturas_2016_Lineal.svg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685770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B005D72-1F47-C14B-8917-7A9BC2C3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212310"/>
            <a:ext cx="7958331" cy="549689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2017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4FBEC6C2-3B89-5E4E-A135-E0DFD7D769BB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file:///Users/Laura/Desktop/COTRAPSA/Analisis%20facturas/2017/Facturas_2017.svg</a:t>
            </a:r>
            <a:endParaRPr lang="es-MX" sz="1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B0124E7-E91B-5E4C-B123-0FAE554E9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651" y="853073"/>
            <a:ext cx="7544485" cy="543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8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121DF-0300-8D40-9AA4-3CBE74A4D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212310"/>
            <a:ext cx="7958331" cy="549689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2017</a:t>
            </a:r>
          </a:p>
        </p:txBody>
      </p:sp>
      <p:sp>
        <p:nvSpPr>
          <p:cNvPr id="4" name="Marcador de contenido 6">
            <a:extLst>
              <a:ext uri="{FF2B5EF4-FFF2-40B4-BE49-F238E27FC236}">
                <a16:creationId xmlns:a16="http://schemas.microsoft.com/office/drawing/2014/main" id="{BA1A27A0-C134-EC4F-80CE-6800A600FB3D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file:///Users/Laura/Desktop/COTRAPSA/Analisis%20facturas/2017/Facturas_2017_acum.svg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F3EC606-13D7-1643-81A3-E0E7B9983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136" y="869876"/>
            <a:ext cx="7457213" cy="54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4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41DEEFF-4EC0-A647-8C59-316B8BE9E9F6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/>
              <a:t>2017</a:t>
            </a:r>
            <a:endParaRPr lang="es-MX" dirty="0"/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66C17287-632B-554C-A4E2-3E494625D951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file:///Users/Laura/Desktop/COTRAPSA/Analisis%20facturas/2017/Facturas_2017_Pie.svg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750ED6-5B5F-6246-A065-8734EC48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10" y="876670"/>
            <a:ext cx="7529134" cy="541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92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AB404F1-C1D8-9540-ADF4-DD5DA2B81BCC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/>
              <a:t>2017</a:t>
            </a:r>
            <a:endParaRPr lang="es-MX" dirty="0"/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CC20AE0F-F006-D44A-A859-970C030EA28F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file:///Users/Laura/Desktop/COTRAPSA/Analisis%20facturas/2017/Facturas_2017_Lineal.svg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68E04C-1796-7040-9608-887C86569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55" y="838273"/>
            <a:ext cx="7619999" cy="551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9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CA103CA-F583-964B-9E06-13E7CC7FC15A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2018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6F0C235B-0B63-684C-B3DB-8A8A6F4B0E3A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file:///Users/Laura/Desktop/COTRAPSA/Analisis%20facturas/2018/Facturas_2018.svg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D9E5B73-6F6A-4C4A-BB11-D71CC1350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54" y="868970"/>
            <a:ext cx="7910945" cy="542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81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AFE57E9-4653-AA42-BD1C-C99E9830C0E8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2018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1C0B59D5-D9D4-B74B-9C15-767F59526A87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file:///Users/Laura/Desktop/COTRAPSA/Analisis%20facturas/2018/Facturas_2018_acum.svg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0BFAD3F-9BC7-1844-86E3-116C5F2C4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09" y="858981"/>
            <a:ext cx="7966364" cy="544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0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47745F2-1996-FA49-A154-8B6560F6477D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2018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18D5DC5D-E58C-2540-ADE4-F00F0A1F9077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file:///Users/Laura/Desktop/COTRAPSA/Analisis%20facturas/2018/Facturas_2018_Pie.svg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72A2CC3-BE4F-8749-86E4-5CC6B1BD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819" y="872836"/>
            <a:ext cx="8008363" cy="541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66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BA6F822-B20F-7641-81C6-89AD820A4F16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2018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6F474449-D7CD-4D4B-B766-8932C108C9A9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file:///Users/Laura/Desktop/COTRAPSA/Analisis%20facturas/2018/Facturas_2018_lineal.svg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F492308-12AA-4C45-BC79-C6B025AD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408" y="845129"/>
            <a:ext cx="8222447" cy="545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35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F93D5E3-46C7-E34A-8056-2E724D34A5F5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B3A935E0-BA92-F743-8CC9-018BEEFF2EA3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file:///Users/Laura/Desktop/COTRAPSA/Analisis%20facturas/2019/Facturas_2019.svg</a:t>
            </a:r>
            <a:endParaRPr lang="es-MX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5536597-BD88-8349-BE3C-B97D15F18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55" y="862976"/>
            <a:ext cx="7841671" cy="542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16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665D78A-84AF-7943-B233-A9A814B7E5E7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2396DAB4-18F2-744D-84B6-EBA798C7AE4F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file:///Users/Laura/Desktop/COTRAPSA/Analisis%20facturas/2019/Facturas_2019_acum.svg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2445E4-99D4-0E4F-92E0-59FC30B0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363" y="872349"/>
            <a:ext cx="7614746" cy="53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36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DBDA712-E015-AA49-B776-5CFAC79B5B0A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860657E3-FE2D-B046-9AC8-3E1558354CFF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file:///Users/Laura/Desktop/COTRAPSA/Analisis%20facturas/2019/Facturas_2019_pie.svg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3FFDA0-E9F1-FA40-8CA4-9D2343C5B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836" y="851501"/>
            <a:ext cx="7939074" cy="542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28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710584F-1029-AA4D-8C4D-48A819274D74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F7EC9DE8-3659-454A-9B28-1C38C995EEF1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file:///Users/Laura/Desktop/COTRAPSA/Analisis%20facturas/2019/Facturas_2019_lineal.svg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834812-FC16-CE48-B4D7-9E6966D02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09" y="856692"/>
            <a:ext cx="8101557" cy="533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92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C07077E-5E72-9E49-B01B-5FA754993A95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2016-2019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CC11867B-C9FE-0942-BB34-B85E6C34A2FB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file:///Users/Laura/Desktop/COTRAPSA/Python/Facturas_2016-2019_Bar.svg</a:t>
            </a:r>
            <a:endParaRPr lang="es-MX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FE563F-2CB4-5F4A-8723-5D8072B51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69" y="0"/>
            <a:ext cx="9957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8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F34F656-56E8-0649-AF25-D3CBFCDB7859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2016-2019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EF2582A4-F4DE-8A46-A575-66A12C2DA316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file:///Users/Laura/Desktop/COTRAPSA/Python/Facturas_2016-2019_acum.svg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1523B2-A623-AD40-A71A-B4D01F1D1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913" y="868996"/>
            <a:ext cx="7540283" cy="53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FA43F3D-BDEE-D14F-B7AF-C6A6973C28D0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2016-2019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5BC1F288-A376-4C43-9908-AC4992776EF9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file:///Users/Laura/Desktop/COTRAPSA/Python/Facturas_2016-2019_Pie.svg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726B49-88F1-DD44-AE74-27147FEEE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899" y="858128"/>
            <a:ext cx="7465959" cy="533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4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258F5BB-E72C-854B-BA2A-888187595AEF}"/>
              </a:ext>
            </a:extLst>
          </p:cNvPr>
          <p:cNvSpPr txBox="1">
            <a:spLocks/>
          </p:cNvSpPr>
          <p:nvPr/>
        </p:nvSpPr>
        <p:spPr>
          <a:xfrm>
            <a:off x="2611808" y="212310"/>
            <a:ext cx="7958331" cy="54968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2016-2019</a:t>
            </a: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CBCA142A-3399-984C-ADF9-703B273E3CC6}"/>
              </a:ext>
            </a:extLst>
          </p:cNvPr>
          <p:cNvSpPr txBox="1">
            <a:spLocks/>
          </p:cNvSpPr>
          <p:nvPr/>
        </p:nvSpPr>
        <p:spPr>
          <a:xfrm>
            <a:off x="1215848" y="6289952"/>
            <a:ext cx="9351819" cy="369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sz="1200" dirty="0">
                <a:hlinkClick r:id="rId2"/>
              </a:rPr>
              <a:t>file:///Users/Laura/Desktop/COTRAPSA/Python/Facturas_2016-2019.svg</a:t>
            </a:r>
            <a:endParaRPr lang="es-MX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35AF95-464B-DA48-BF45-DFC978C6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913" y="862450"/>
            <a:ext cx="7699105" cy="541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12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E73A7-568C-1C42-AAA4-9520382C9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499" y="-1288031"/>
            <a:ext cx="9247776" cy="4509532"/>
          </a:xfrm>
        </p:spPr>
        <p:txBody>
          <a:bodyPr>
            <a:normAutofit/>
          </a:bodyPr>
          <a:lstStyle/>
          <a:p>
            <a:pPr algn="ctr"/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sz="10700" dirty="0">
                <a:solidFill>
                  <a:srgbClr val="00B050"/>
                </a:solidFill>
              </a:rPr>
              <a:t>46%</a:t>
            </a:r>
            <a:br>
              <a:rPr lang="es-MX" sz="6600" dirty="0"/>
            </a:br>
            <a:r>
              <a:rPr lang="es-MX" sz="3200" dirty="0"/>
              <a:t>más ingresos en 2018 que en 2017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8D5F70E-2BE0-594E-B7CF-70CA1DC7C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497" y="2558339"/>
            <a:ext cx="9247777" cy="413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25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24452-3AF4-E342-9B72-7A414171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636564"/>
            <a:ext cx="10730183" cy="2300912"/>
          </a:xfrm>
        </p:spPr>
        <p:txBody>
          <a:bodyPr>
            <a:normAutofit fontScale="90000"/>
          </a:bodyPr>
          <a:lstStyle/>
          <a:p>
            <a:pPr algn="ctr"/>
            <a:r>
              <a:rPr lang="es-MX" sz="11400" dirty="0">
                <a:solidFill>
                  <a:srgbClr val="00B050"/>
                </a:solidFill>
              </a:rPr>
              <a:t>75%</a:t>
            </a:r>
            <a:br>
              <a:rPr lang="es-MX" sz="7200" dirty="0"/>
            </a:br>
            <a:r>
              <a:rPr lang="es-MX" sz="3600" dirty="0"/>
              <a:t>de ingresos hasta septiembre de 2019 del total en  2018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1981B6-FAC8-CE4A-A034-2113FF539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36" y="2756452"/>
            <a:ext cx="9481625" cy="387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92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9D908-A3FA-094C-BA66-E46FFBC9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3F5159-9D59-7841-B5F3-E34E2DD3E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8042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8">
            <a:extLst>
              <a:ext uri="{FF2B5EF4-FFF2-40B4-BE49-F238E27FC236}">
                <a16:creationId xmlns:a16="http://schemas.microsoft.com/office/drawing/2014/main" id="{EE9AC5EE-49B6-5D49-AB2E-D6F03DF20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566" y="135044"/>
            <a:ext cx="4648508" cy="3395946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8ACA6EC-2038-EF41-BD0A-548823790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511" y="135043"/>
            <a:ext cx="4693211" cy="33959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CEB90A-0227-5141-90F0-46FAE0322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566" y="3671669"/>
            <a:ext cx="4648508" cy="30860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E4C4BD-39E4-E74F-AD55-8868165CF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509" y="3643532"/>
            <a:ext cx="4683213" cy="30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038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2375</TotalTime>
  <Words>465</Words>
  <Application>Microsoft Macintosh PowerPoint</Application>
  <PresentationFormat>Panorámica</PresentationFormat>
  <Paragraphs>43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MS Shell Dlg 2</vt:lpstr>
      <vt:lpstr>Wingdings</vt:lpstr>
      <vt:lpstr>Wingdings 3</vt:lpstr>
      <vt:lpstr>Madison</vt:lpstr>
      <vt:lpstr>Comparación facturas con mano de obra-sin mano de obra</vt:lpstr>
      <vt:lpstr>2016</vt:lpstr>
      <vt:lpstr>2016</vt:lpstr>
      <vt:lpstr>2016</vt:lpstr>
      <vt:lpstr>2016</vt:lpstr>
      <vt:lpstr>2017</vt:lpstr>
      <vt:lpstr>2017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  46% más ingresos en 2018 que en 2017</vt:lpstr>
      <vt:lpstr>75% de ingresos hasta septiembre de 2019 del total en  2018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Elsa Aviles</dc:creator>
  <cp:lastModifiedBy>Elsa Aviles</cp:lastModifiedBy>
  <cp:revision>16</cp:revision>
  <dcterms:created xsi:type="dcterms:W3CDTF">2019-09-04T18:22:59Z</dcterms:created>
  <dcterms:modified xsi:type="dcterms:W3CDTF">2019-09-19T21:50:05Z</dcterms:modified>
</cp:coreProperties>
</file>